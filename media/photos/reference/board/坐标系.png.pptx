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84" d="100"/>
          <a:sy n="84" d="100"/>
        </p:scale>
        <p:origin x="96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F7DF96-573F-09C5-41FB-731F26C3BE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5C54AE-08A5-5995-1808-CE1D90EAC0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FBD0DA-1CE4-07F7-B471-7D00EBF63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F2014-D3E4-4DF6-9F78-51F8B171121B}" type="datetimeFigureOut">
              <a:rPr lang="zh-CN" altLang="en-US" smtClean="0"/>
              <a:t>2024/7/23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03F83C-FE53-866E-CC0C-BCAE2387A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944919-B94D-D591-686C-34718ED26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7E16-32F0-499E-9BED-C1E3960FF8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47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185FD3-9BC9-372E-088A-5E3F8653E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1F703C-3A46-14CE-BE84-BC5D587DB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6D5EEE-3919-FF2A-E5BC-C3F9F1AD3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F2014-D3E4-4DF6-9F78-51F8B171121B}" type="datetimeFigureOut">
              <a:rPr lang="zh-CN" altLang="en-US" smtClean="0"/>
              <a:t>2024/7/23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D516D2-D03E-02EB-B2B0-FF3C0C82C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F640FA-D18C-DA57-4519-C233733C9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7E16-32F0-499E-9BED-C1E3960FF8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956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58F9DF-CFE2-DE5C-1248-2744B9878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12CDC7-7CD4-65F4-DB58-A1710E161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41BDB0-BA25-CF95-37E7-665DBA0D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F2014-D3E4-4DF6-9F78-51F8B171121B}" type="datetimeFigureOut">
              <a:rPr lang="zh-CN" altLang="en-US" smtClean="0"/>
              <a:t>2024/7/23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539A3D-CF72-6D49-DC26-5B5F60E04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A7D27E-4AAA-57B0-F1D5-297B66F94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7E16-32F0-499E-9BED-C1E3960FF8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03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D386F1-3977-1A66-CBDE-66FD70593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E81584-3179-5D51-4272-2AF9136333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3A291F-CCF0-BFE3-CBAF-9B33529824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F698BA-464D-7509-FD47-238EB72D7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F2014-D3E4-4DF6-9F78-51F8B171121B}" type="datetimeFigureOut">
              <a:rPr lang="zh-CN" altLang="en-US" smtClean="0"/>
              <a:t>2024/7/23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D69070-3C3E-2B9D-EC75-F93698DEC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85D07E-8578-76D9-6DE9-FA8EF37FC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7E16-32F0-499E-9BED-C1E3960FF8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557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C2F636-0157-17BD-C37E-A858F0552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EA221B-DAEA-1930-1C24-29E9E79DB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B3524CB-B056-F837-19FB-478259384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514C678-BEEB-4CAF-CF98-0E5C736C4C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8A163D-4A27-19C5-ED31-6D0C0DC8A1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C6E0979-05F1-E298-0C0C-2AD5D9B64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F2014-D3E4-4DF6-9F78-51F8B171121B}" type="datetimeFigureOut">
              <a:rPr lang="zh-CN" altLang="en-US" smtClean="0"/>
              <a:t>2024/7/23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EA9980B-1548-3EBE-ED7B-B819D2BEC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6BB940F-1CBB-AFBA-CB18-39E3BDA0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7E16-32F0-499E-9BED-C1E3960FF8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2083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4713BB-4722-AB52-9156-DAD60A7F1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E8E814A-D3AB-6A59-B177-8589F816C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F2014-D3E4-4DF6-9F78-51F8B171121B}" type="datetimeFigureOut">
              <a:rPr lang="zh-CN" altLang="en-US" smtClean="0"/>
              <a:t>2024/7/23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6C78E1-9EE3-0EB7-9BEF-F8C66D9DA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3EB292A-F82D-FD51-3717-FDA8A00AD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7E16-32F0-499E-9BED-C1E3960FF8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787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08A2B41-B86F-00D7-A40A-4E239C055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F2014-D3E4-4DF6-9F78-51F8B171121B}" type="datetimeFigureOut">
              <a:rPr lang="zh-CN" altLang="en-US" smtClean="0"/>
              <a:t>2024/7/23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6D50B68-F26E-6AB6-5BE8-579EB0CB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17D4DF-CC2D-8F61-DE4B-4D82DFF93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7E16-32F0-499E-9BED-C1E3960FF8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74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200296-FB07-DD87-A545-06FC2F4AE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771852-2B72-7AF6-4F45-F22402B82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E80F32-BB06-1C62-22C5-EEA587A48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2FEB63-67E4-DD9D-3535-4B4052743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F2014-D3E4-4DF6-9F78-51F8B171121B}" type="datetimeFigureOut">
              <a:rPr lang="zh-CN" altLang="en-US" smtClean="0"/>
              <a:t>2024/7/23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91E6DA-6EC3-FE1D-D4FE-39E1A03AB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69E504-1A45-7CB3-C1BC-66CC20EAE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7E16-32F0-499E-9BED-C1E3960FF8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8577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8D1302-B819-21E7-8312-7A85134D7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E10FFFD-9D11-4FF2-032A-4505E20E23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2F970A-A843-80B5-7BA6-36502EEEA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E44751-4B89-49A0-D770-7C9137FF8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F2014-D3E4-4DF6-9F78-51F8B171121B}" type="datetimeFigureOut">
              <a:rPr lang="zh-CN" altLang="en-US" smtClean="0"/>
              <a:t>2024/7/23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F901D3-5E97-D1C9-4EE3-77A3ADE3D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FC0641-9533-A83A-49C3-F43B77E73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7E16-32F0-499E-9BED-C1E3960FF8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1EBC6F-B2E1-B90A-93C3-67171656D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7712C9-733A-FB01-0ED6-94CE5C2295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05F31D-7A19-2BA7-F93E-C35CADF1C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F2014-D3E4-4DF6-9F78-51F8B171121B}" type="datetimeFigureOut">
              <a:rPr lang="zh-CN" altLang="en-US" smtClean="0"/>
              <a:t>2024/7/23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7361EC-EB08-1B60-CD90-5DAC23AE6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2A9B10-AC73-1E14-260B-C0F5B493E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7E16-32F0-499E-9BED-C1E3960FF8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2549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07BC928-A3A6-5F10-E553-021C2E1CAC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5E71222-60AC-9C26-2583-70BA95355B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36825-FE19-6237-F377-264893598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F2014-D3E4-4DF6-9F78-51F8B171121B}" type="datetimeFigureOut">
              <a:rPr lang="zh-CN" altLang="en-US" smtClean="0"/>
              <a:t>2024/7/23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D05CAC-8B35-B218-42A6-B2929BC83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C63C9C-62B1-C9B2-5915-D77DC1A3A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7E16-32F0-499E-9BED-C1E3960FF8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8858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2C872C-0106-9360-D1F6-E51B09FE7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DD131F-FA4D-B59F-6728-3D2AEC907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9F14D4-7A7A-FCE4-8218-7D66832777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6F2014-D3E4-4DF6-9F78-51F8B171121B}" type="datetimeFigureOut">
              <a:rPr lang="zh-CN" altLang="en-US" smtClean="0"/>
              <a:t>2024/7/23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288D45-411C-5806-E4A8-F8C2AC15FF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123891-82AC-00FB-3ECC-8959F037E4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A77E16-32F0-499E-9BED-C1E3960FF8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690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立方体 6">
            <a:extLst>
              <a:ext uri="{FF2B5EF4-FFF2-40B4-BE49-F238E27FC236}">
                <a16:creationId xmlns:a16="http://schemas.microsoft.com/office/drawing/2014/main" id="{B1C63632-A64D-BD33-2423-AE4650A815C8}"/>
              </a:ext>
            </a:extLst>
          </p:cNvPr>
          <p:cNvSpPr/>
          <p:nvPr/>
        </p:nvSpPr>
        <p:spPr>
          <a:xfrm>
            <a:off x="1361081" y="1295758"/>
            <a:ext cx="1442175" cy="3363028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9178E2D-2EAC-8F12-EBFF-B4210DF3354A}"/>
              </a:ext>
            </a:extLst>
          </p:cNvPr>
          <p:cNvCxnSpPr/>
          <p:nvPr/>
        </p:nvCxnSpPr>
        <p:spPr>
          <a:xfrm>
            <a:off x="1724459" y="1295758"/>
            <a:ext cx="0" cy="300887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8C9ABBA-A5DD-BBAE-99C5-93722042461D}"/>
              </a:ext>
            </a:extLst>
          </p:cNvPr>
          <p:cNvCxnSpPr/>
          <p:nvPr/>
        </p:nvCxnSpPr>
        <p:spPr>
          <a:xfrm flipH="1">
            <a:off x="1724459" y="4304635"/>
            <a:ext cx="1078797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C5D57A22-02B0-4E0B-8E85-9F3AE59FA251}"/>
              </a:ext>
            </a:extLst>
          </p:cNvPr>
          <p:cNvCxnSpPr>
            <a:cxnSpLocks/>
          </p:cNvCxnSpPr>
          <p:nvPr/>
        </p:nvCxnSpPr>
        <p:spPr>
          <a:xfrm flipV="1">
            <a:off x="1361081" y="4304635"/>
            <a:ext cx="363378" cy="35415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6A771A2A-CAB5-DD0E-612B-8BCF01F82295}"/>
              </a:ext>
            </a:extLst>
          </p:cNvPr>
          <p:cNvCxnSpPr>
            <a:cxnSpLocks/>
          </p:cNvCxnSpPr>
          <p:nvPr/>
        </p:nvCxnSpPr>
        <p:spPr>
          <a:xfrm>
            <a:off x="2021414" y="3935249"/>
            <a:ext cx="14097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5539C79D-8805-DAAB-683A-04785992DC89}"/>
              </a:ext>
            </a:extLst>
          </p:cNvPr>
          <p:cNvCxnSpPr>
            <a:cxnSpLocks/>
          </p:cNvCxnSpPr>
          <p:nvPr/>
        </p:nvCxnSpPr>
        <p:spPr>
          <a:xfrm flipV="1">
            <a:off x="2021414" y="2563649"/>
            <a:ext cx="0" cy="1371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927A40AC-F293-DBDD-3823-E75EB620D4D3}"/>
              </a:ext>
            </a:extLst>
          </p:cNvPr>
          <p:cNvCxnSpPr>
            <a:cxnSpLocks/>
          </p:cNvCxnSpPr>
          <p:nvPr/>
        </p:nvCxnSpPr>
        <p:spPr>
          <a:xfrm flipH="1">
            <a:off x="1075978" y="3935249"/>
            <a:ext cx="945436" cy="9314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874CE25C-975B-EF3E-AA36-D9F78B93E1F2}"/>
              </a:ext>
            </a:extLst>
          </p:cNvPr>
          <p:cNvCxnSpPr>
            <a:cxnSpLocks/>
          </p:cNvCxnSpPr>
          <p:nvPr/>
        </p:nvCxnSpPr>
        <p:spPr>
          <a:xfrm>
            <a:off x="2021414" y="2149768"/>
            <a:ext cx="14097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944C0C3C-A1F9-CF45-62B0-BAF7D35911DE}"/>
              </a:ext>
            </a:extLst>
          </p:cNvPr>
          <p:cNvCxnSpPr>
            <a:cxnSpLocks/>
          </p:cNvCxnSpPr>
          <p:nvPr/>
        </p:nvCxnSpPr>
        <p:spPr>
          <a:xfrm flipV="1">
            <a:off x="2021414" y="778168"/>
            <a:ext cx="0" cy="1371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CDBE7396-DB2D-6825-C557-0DEC5ECB6F76}"/>
              </a:ext>
            </a:extLst>
          </p:cNvPr>
          <p:cNvCxnSpPr>
            <a:cxnSpLocks/>
          </p:cNvCxnSpPr>
          <p:nvPr/>
        </p:nvCxnSpPr>
        <p:spPr>
          <a:xfrm flipH="1">
            <a:off x="1075978" y="2149768"/>
            <a:ext cx="945436" cy="9314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7E0BD094-DB47-37A6-68BB-BA454E6FEFEE}"/>
                  </a:ext>
                </a:extLst>
              </p:cNvPr>
              <p:cNvSpPr txBox="1"/>
              <p:nvPr/>
            </p:nvSpPr>
            <p:spPr>
              <a:xfrm>
                <a:off x="3431114" y="2011268"/>
                <a:ext cx="3272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7E0BD094-DB47-37A6-68BB-BA454E6FEF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1114" y="2011268"/>
                <a:ext cx="327269" cy="276999"/>
              </a:xfrm>
              <a:prstGeom prst="rect">
                <a:avLst/>
              </a:prstGeom>
              <a:blipFill>
                <a:blip r:embed="rId2"/>
                <a:stretch>
                  <a:fillRect l="-16667" r="-7407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68A27383-1A46-CA26-E17C-E70D8416C4F3}"/>
                  </a:ext>
                </a:extLst>
              </p:cNvPr>
              <p:cNvSpPr txBox="1"/>
              <p:nvPr/>
            </p:nvSpPr>
            <p:spPr>
              <a:xfrm>
                <a:off x="2068711" y="687784"/>
                <a:ext cx="3036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68A27383-1A46-CA26-E17C-E70D8416C4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711" y="687784"/>
                <a:ext cx="303609" cy="276999"/>
              </a:xfrm>
              <a:prstGeom prst="rect">
                <a:avLst/>
              </a:prstGeom>
              <a:blipFill>
                <a:blip r:embed="rId3"/>
                <a:stretch>
                  <a:fillRect l="-16000" r="-8000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907FBDE4-DD5D-0780-5944-B19E224F4BD3}"/>
                  </a:ext>
                </a:extLst>
              </p:cNvPr>
              <p:cNvSpPr txBox="1"/>
              <p:nvPr/>
            </p:nvSpPr>
            <p:spPr>
              <a:xfrm>
                <a:off x="900492" y="2942740"/>
                <a:ext cx="3186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907FBDE4-DD5D-0780-5944-B19E224F4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492" y="2942740"/>
                <a:ext cx="318612" cy="276999"/>
              </a:xfrm>
              <a:prstGeom prst="rect">
                <a:avLst/>
              </a:prstGeom>
              <a:blipFill>
                <a:blip r:embed="rId4"/>
                <a:stretch>
                  <a:fillRect l="-17308" r="-7692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6AEC1C0C-69B7-FFFC-05FF-4674E44BA456}"/>
                  </a:ext>
                </a:extLst>
              </p:cNvPr>
              <p:cNvSpPr txBox="1"/>
              <p:nvPr/>
            </p:nvSpPr>
            <p:spPr>
              <a:xfrm>
                <a:off x="1953437" y="2148150"/>
                <a:ext cx="33445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6AEC1C0C-69B7-FFFC-05FF-4674E44BA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437" y="2148150"/>
                <a:ext cx="334451" cy="276999"/>
              </a:xfrm>
              <a:prstGeom prst="rect">
                <a:avLst/>
              </a:prstGeom>
              <a:blipFill>
                <a:blip r:embed="rId5"/>
                <a:stretch>
                  <a:fillRect l="-14545" r="-7273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D5EB3B29-04CA-590A-F984-CB5D658F2C3C}"/>
                  </a:ext>
                </a:extLst>
              </p:cNvPr>
              <p:cNvSpPr txBox="1"/>
              <p:nvPr/>
            </p:nvSpPr>
            <p:spPr>
              <a:xfrm>
                <a:off x="3431114" y="3796749"/>
                <a:ext cx="32855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D5EB3B29-04CA-590A-F984-CB5D658F2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1114" y="3796749"/>
                <a:ext cx="328551" cy="276999"/>
              </a:xfrm>
              <a:prstGeom prst="rect">
                <a:avLst/>
              </a:prstGeom>
              <a:blipFill>
                <a:blip r:embed="rId6"/>
                <a:stretch>
                  <a:fillRect l="-16667" r="-3704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849A0F34-76EF-F341-6DF9-385C444F90F2}"/>
                  </a:ext>
                </a:extLst>
              </p:cNvPr>
              <p:cNvSpPr txBox="1"/>
              <p:nvPr/>
            </p:nvSpPr>
            <p:spPr>
              <a:xfrm>
                <a:off x="2076101" y="2466851"/>
                <a:ext cx="2919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849A0F34-76EF-F341-6DF9-385C444F90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6101" y="2466851"/>
                <a:ext cx="291938" cy="276999"/>
              </a:xfrm>
              <a:prstGeom prst="rect">
                <a:avLst/>
              </a:prstGeom>
              <a:blipFill>
                <a:blip r:embed="rId7"/>
                <a:stretch>
                  <a:fillRect l="-19149" r="-6383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C34D7E71-6E37-2425-9E86-E99760872355}"/>
                  </a:ext>
                </a:extLst>
              </p:cNvPr>
              <p:cNvSpPr txBox="1"/>
              <p:nvPr/>
            </p:nvSpPr>
            <p:spPr>
              <a:xfrm>
                <a:off x="1949835" y="3931367"/>
                <a:ext cx="3357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C34D7E71-6E37-2425-9E86-E99760872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9835" y="3931367"/>
                <a:ext cx="335733" cy="276999"/>
              </a:xfrm>
              <a:prstGeom prst="rect">
                <a:avLst/>
              </a:prstGeom>
              <a:blipFill>
                <a:blip r:embed="rId8"/>
                <a:stretch>
                  <a:fillRect l="-16364" r="-3636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D540BE15-3562-7B27-2922-F179735440AA}"/>
                  </a:ext>
                </a:extLst>
              </p:cNvPr>
              <p:cNvSpPr txBox="1"/>
              <p:nvPr/>
            </p:nvSpPr>
            <p:spPr>
              <a:xfrm>
                <a:off x="900491" y="4771540"/>
                <a:ext cx="3198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D540BE15-3562-7B27-2922-F17973544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491" y="4771540"/>
                <a:ext cx="319895" cy="276999"/>
              </a:xfrm>
              <a:prstGeom prst="rect">
                <a:avLst/>
              </a:prstGeom>
              <a:blipFill>
                <a:blip r:embed="rId9"/>
                <a:stretch>
                  <a:fillRect l="-17308" r="-5769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立方体 66">
            <a:extLst>
              <a:ext uri="{FF2B5EF4-FFF2-40B4-BE49-F238E27FC236}">
                <a16:creationId xmlns:a16="http://schemas.microsoft.com/office/drawing/2014/main" id="{30C2CF25-F4E8-B858-B1AC-68670D03F553}"/>
              </a:ext>
            </a:extLst>
          </p:cNvPr>
          <p:cNvSpPr/>
          <p:nvPr/>
        </p:nvSpPr>
        <p:spPr>
          <a:xfrm>
            <a:off x="5313014" y="1295758"/>
            <a:ext cx="1442175" cy="3363028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64505ECD-5B1A-17A5-3DB3-CDB8A961EEEA}"/>
              </a:ext>
            </a:extLst>
          </p:cNvPr>
          <p:cNvCxnSpPr/>
          <p:nvPr/>
        </p:nvCxnSpPr>
        <p:spPr>
          <a:xfrm>
            <a:off x="5676392" y="1295758"/>
            <a:ext cx="0" cy="300887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6C14164B-5CD6-67E4-2406-E9B80D7F0899}"/>
              </a:ext>
            </a:extLst>
          </p:cNvPr>
          <p:cNvCxnSpPr/>
          <p:nvPr/>
        </p:nvCxnSpPr>
        <p:spPr>
          <a:xfrm flipH="1">
            <a:off x="5676392" y="4304635"/>
            <a:ext cx="1078797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E8AA538D-9E0F-1318-C55A-8BB754D5AACF}"/>
              </a:ext>
            </a:extLst>
          </p:cNvPr>
          <p:cNvCxnSpPr>
            <a:cxnSpLocks/>
          </p:cNvCxnSpPr>
          <p:nvPr/>
        </p:nvCxnSpPr>
        <p:spPr>
          <a:xfrm flipV="1">
            <a:off x="5313014" y="4304635"/>
            <a:ext cx="363378" cy="35415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E6FD7200-8019-E13C-DA68-37634D2A3570}"/>
              </a:ext>
            </a:extLst>
          </p:cNvPr>
          <p:cNvCxnSpPr>
            <a:cxnSpLocks/>
          </p:cNvCxnSpPr>
          <p:nvPr/>
        </p:nvCxnSpPr>
        <p:spPr>
          <a:xfrm>
            <a:off x="5973347" y="3935249"/>
            <a:ext cx="14097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01D681C4-2A21-6F08-1FB0-035EBCABB7C7}"/>
              </a:ext>
            </a:extLst>
          </p:cNvPr>
          <p:cNvCxnSpPr>
            <a:cxnSpLocks/>
          </p:cNvCxnSpPr>
          <p:nvPr/>
        </p:nvCxnSpPr>
        <p:spPr>
          <a:xfrm flipV="1">
            <a:off x="5973347" y="2563649"/>
            <a:ext cx="0" cy="1371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A2A6C39F-3A5B-1AD8-9322-2DC4372B8C29}"/>
              </a:ext>
            </a:extLst>
          </p:cNvPr>
          <p:cNvCxnSpPr>
            <a:cxnSpLocks/>
          </p:cNvCxnSpPr>
          <p:nvPr/>
        </p:nvCxnSpPr>
        <p:spPr>
          <a:xfrm flipH="1">
            <a:off x="5027911" y="3935249"/>
            <a:ext cx="945436" cy="9314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741B69A4-2A66-9590-2506-65985B596079}"/>
              </a:ext>
            </a:extLst>
          </p:cNvPr>
          <p:cNvCxnSpPr>
            <a:cxnSpLocks/>
          </p:cNvCxnSpPr>
          <p:nvPr/>
        </p:nvCxnSpPr>
        <p:spPr>
          <a:xfrm>
            <a:off x="5973347" y="2149768"/>
            <a:ext cx="14097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2D5EAA1E-65A1-6360-60EB-22FF2BF02281}"/>
              </a:ext>
            </a:extLst>
          </p:cNvPr>
          <p:cNvCxnSpPr>
            <a:cxnSpLocks/>
          </p:cNvCxnSpPr>
          <p:nvPr/>
        </p:nvCxnSpPr>
        <p:spPr>
          <a:xfrm flipV="1">
            <a:off x="5973347" y="778168"/>
            <a:ext cx="0" cy="1371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80889E5B-0FED-95C0-B8C5-6C2B3AB9BFC9}"/>
              </a:ext>
            </a:extLst>
          </p:cNvPr>
          <p:cNvCxnSpPr>
            <a:cxnSpLocks/>
          </p:cNvCxnSpPr>
          <p:nvPr/>
        </p:nvCxnSpPr>
        <p:spPr>
          <a:xfrm flipH="1">
            <a:off x="5027911" y="2149768"/>
            <a:ext cx="945436" cy="9314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E0C2CFEC-DF2C-A061-9A91-9682707C5E10}"/>
                  </a:ext>
                </a:extLst>
              </p:cNvPr>
              <p:cNvSpPr txBox="1"/>
              <p:nvPr/>
            </p:nvSpPr>
            <p:spPr>
              <a:xfrm>
                <a:off x="7383047" y="2011268"/>
                <a:ext cx="3272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E0C2CFEC-DF2C-A061-9A91-9682707C5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3047" y="2011268"/>
                <a:ext cx="327269" cy="276999"/>
              </a:xfrm>
              <a:prstGeom prst="rect">
                <a:avLst/>
              </a:prstGeom>
              <a:blipFill>
                <a:blip r:embed="rId10"/>
                <a:stretch>
                  <a:fillRect l="-14815" r="-7407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8478BEF2-A8E2-F8F0-91DC-22A6DF7617E3}"/>
                  </a:ext>
                </a:extLst>
              </p:cNvPr>
              <p:cNvSpPr txBox="1"/>
              <p:nvPr/>
            </p:nvSpPr>
            <p:spPr>
              <a:xfrm>
                <a:off x="6020644" y="687784"/>
                <a:ext cx="3036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8478BEF2-A8E2-F8F0-91DC-22A6DF761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644" y="687784"/>
                <a:ext cx="303609" cy="276999"/>
              </a:xfrm>
              <a:prstGeom prst="rect">
                <a:avLst/>
              </a:prstGeom>
              <a:blipFill>
                <a:blip r:embed="rId11"/>
                <a:stretch>
                  <a:fillRect l="-18367" r="-10204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14CE497B-7954-CA7B-2980-18528A3D4FED}"/>
                  </a:ext>
                </a:extLst>
              </p:cNvPr>
              <p:cNvSpPr txBox="1"/>
              <p:nvPr/>
            </p:nvSpPr>
            <p:spPr>
              <a:xfrm>
                <a:off x="4852425" y="2942740"/>
                <a:ext cx="3186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14CE497B-7954-CA7B-2980-18528A3D4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2425" y="2942740"/>
                <a:ext cx="318612" cy="276999"/>
              </a:xfrm>
              <a:prstGeom prst="rect">
                <a:avLst/>
              </a:prstGeom>
              <a:blipFill>
                <a:blip r:embed="rId12"/>
                <a:stretch>
                  <a:fillRect l="-15385" r="-7692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9B33997D-6ABF-C365-AC7E-EA50A456591E}"/>
                  </a:ext>
                </a:extLst>
              </p:cNvPr>
              <p:cNvSpPr txBox="1"/>
              <p:nvPr/>
            </p:nvSpPr>
            <p:spPr>
              <a:xfrm>
                <a:off x="5905370" y="2148150"/>
                <a:ext cx="33445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9B33997D-6ABF-C365-AC7E-EA50A4565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370" y="2148150"/>
                <a:ext cx="334451" cy="276999"/>
              </a:xfrm>
              <a:prstGeom prst="rect">
                <a:avLst/>
              </a:prstGeom>
              <a:blipFill>
                <a:blip r:embed="rId13"/>
                <a:stretch>
                  <a:fillRect l="-16364" r="-7273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A7C8C2A3-3BB5-88F4-B05D-AED5AD749658}"/>
                  </a:ext>
                </a:extLst>
              </p:cNvPr>
              <p:cNvSpPr txBox="1"/>
              <p:nvPr/>
            </p:nvSpPr>
            <p:spPr>
              <a:xfrm>
                <a:off x="7383047" y="3796749"/>
                <a:ext cx="3198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A7C8C2A3-3BB5-88F4-B05D-AED5AD749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3047" y="3796749"/>
                <a:ext cx="319895" cy="276999"/>
              </a:xfrm>
              <a:prstGeom prst="rect">
                <a:avLst/>
              </a:prstGeom>
              <a:blipFill>
                <a:blip r:embed="rId14"/>
                <a:stretch>
                  <a:fillRect l="-15094" r="-5660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498B4DB1-9120-ECC4-6B8A-11D6AA47B6CF}"/>
                  </a:ext>
                </a:extLst>
              </p:cNvPr>
              <p:cNvSpPr txBox="1"/>
              <p:nvPr/>
            </p:nvSpPr>
            <p:spPr>
              <a:xfrm>
                <a:off x="6028034" y="2466851"/>
                <a:ext cx="2919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498B4DB1-9120-ECC4-6B8A-11D6AA47B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8034" y="2466851"/>
                <a:ext cx="291938" cy="276999"/>
              </a:xfrm>
              <a:prstGeom prst="rect">
                <a:avLst/>
              </a:prstGeom>
              <a:blipFill>
                <a:blip r:embed="rId15"/>
                <a:stretch>
                  <a:fillRect l="-18750" r="-4167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9F72DDD5-B3D6-0961-EC3F-26179D0115DF}"/>
                  </a:ext>
                </a:extLst>
              </p:cNvPr>
              <p:cNvSpPr txBox="1"/>
              <p:nvPr/>
            </p:nvSpPr>
            <p:spPr>
              <a:xfrm>
                <a:off x="5901768" y="3931367"/>
                <a:ext cx="3357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9F72DDD5-B3D6-0961-EC3F-26179D011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768" y="3931367"/>
                <a:ext cx="335733" cy="276999"/>
              </a:xfrm>
              <a:prstGeom prst="rect">
                <a:avLst/>
              </a:prstGeom>
              <a:blipFill>
                <a:blip r:embed="rId16"/>
                <a:stretch>
                  <a:fillRect l="-14545" r="-5455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9BE172B5-714A-8004-3850-CB9ECD6C4928}"/>
                  </a:ext>
                </a:extLst>
              </p:cNvPr>
              <p:cNvSpPr txBox="1"/>
              <p:nvPr/>
            </p:nvSpPr>
            <p:spPr>
              <a:xfrm>
                <a:off x="4852424" y="4771540"/>
                <a:ext cx="3293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9BE172B5-714A-8004-3850-CB9ECD6C4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2424" y="4771540"/>
                <a:ext cx="329321" cy="276999"/>
              </a:xfrm>
              <a:prstGeom prst="rect">
                <a:avLst/>
              </a:prstGeom>
              <a:blipFill>
                <a:blip r:embed="rId17"/>
                <a:stretch>
                  <a:fillRect l="-14815" r="-5556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EBD2B526-65B0-53B9-B57E-810272F9A314}"/>
                  </a:ext>
                </a:extLst>
              </p:cNvPr>
              <p:cNvSpPr txBox="1"/>
              <p:nvPr/>
            </p:nvSpPr>
            <p:spPr>
              <a:xfrm>
                <a:off x="3173525" y="2178927"/>
                <a:ext cx="24820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zh-CN" altLang="en-US" sz="32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EBD2B526-65B0-53B9-B57E-810272F9A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525" y="2178927"/>
                <a:ext cx="248209" cy="492443"/>
              </a:xfrm>
              <a:prstGeom prst="rect">
                <a:avLst/>
              </a:prstGeom>
              <a:blipFill>
                <a:blip r:embed="rId18"/>
                <a:stretch>
                  <a:fillRect r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9BFC7194-6624-0E36-8534-55D685C36F87}"/>
                  </a:ext>
                </a:extLst>
              </p:cNvPr>
              <p:cNvSpPr txBox="1"/>
              <p:nvPr/>
            </p:nvSpPr>
            <p:spPr>
              <a:xfrm>
                <a:off x="3167675" y="3925707"/>
                <a:ext cx="24820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zh-CN" altLang="en-US" sz="32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9BFC7194-6624-0E36-8534-55D685C36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7675" y="3925707"/>
                <a:ext cx="248209" cy="492443"/>
              </a:xfrm>
              <a:prstGeom prst="rect">
                <a:avLst/>
              </a:prstGeom>
              <a:blipFill>
                <a:blip r:embed="rId19"/>
                <a:stretch>
                  <a:fillRect r="-2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4019F37C-0009-AFB6-D4FE-F5BF4CAD8693}"/>
                  </a:ext>
                </a:extLst>
              </p:cNvPr>
              <p:cNvSpPr txBox="1"/>
              <p:nvPr/>
            </p:nvSpPr>
            <p:spPr>
              <a:xfrm>
                <a:off x="883895" y="2338764"/>
                <a:ext cx="24820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zh-CN" altLang="en-US" sz="32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4019F37C-0009-AFB6-D4FE-F5BF4CAD8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895" y="2338764"/>
                <a:ext cx="248209" cy="492443"/>
              </a:xfrm>
              <a:prstGeom prst="rect">
                <a:avLst/>
              </a:prstGeom>
              <a:blipFill>
                <a:blip r:embed="rId20"/>
                <a:stretch>
                  <a:fillRect r="-585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4CC0C15E-5684-69BA-E812-6FF1D03C39AC}"/>
                  </a:ext>
                </a:extLst>
              </p:cNvPr>
              <p:cNvSpPr txBox="1"/>
              <p:nvPr/>
            </p:nvSpPr>
            <p:spPr>
              <a:xfrm>
                <a:off x="827768" y="4171928"/>
                <a:ext cx="379003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3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zh-CN" altLang="en-US" sz="32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4CC0C15E-5684-69BA-E812-6FF1D03C3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768" y="4171928"/>
                <a:ext cx="379003" cy="492443"/>
              </a:xfrm>
              <a:prstGeom prst="rect">
                <a:avLst/>
              </a:prstGeom>
              <a:blipFill>
                <a:blip r:embed="rId21"/>
                <a:stretch>
                  <a:fillRect r="-8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E45B91C3-76C3-DD54-DC8B-B106AE796779}"/>
                  </a:ext>
                </a:extLst>
              </p:cNvPr>
              <p:cNvSpPr txBox="1"/>
              <p:nvPr/>
            </p:nvSpPr>
            <p:spPr>
              <a:xfrm>
                <a:off x="2163392" y="974335"/>
                <a:ext cx="24820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zh-CN" altLang="en-US" sz="32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E45B91C3-76C3-DD54-DC8B-B106AE7967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392" y="974335"/>
                <a:ext cx="248209" cy="492443"/>
              </a:xfrm>
              <a:prstGeom prst="rect">
                <a:avLst/>
              </a:prstGeom>
              <a:blipFill>
                <a:blip r:embed="rId22"/>
                <a:stretch>
                  <a:fillRect l="-14634" r="-24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2D0A2B30-99A5-B7CF-614F-7C2A03672916}"/>
                  </a:ext>
                </a:extLst>
              </p:cNvPr>
              <p:cNvSpPr txBox="1"/>
              <p:nvPr/>
            </p:nvSpPr>
            <p:spPr>
              <a:xfrm>
                <a:off x="2060879" y="3144568"/>
                <a:ext cx="24820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zh-CN" altLang="en-US" sz="32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2D0A2B30-99A5-B7CF-614F-7C2A03672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0879" y="3144568"/>
                <a:ext cx="248209" cy="492443"/>
              </a:xfrm>
              <a:prstGeom prst="rect">
                <a:avLst/>
              </a:prstGeom>
              <a:blipFill>
                <a:blip r:embed="rId23"/>
                <a:stretch>
                  <a:fillRect l="-14634" r="-292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84292AC2-2504-C04F-C11E-2C7E64417CE5}"/>
                  </a:ext>
                </a:extLst>
              </p:cNvPr>
              <p:cNvSpPr txBox="1"/>
              <p:nvPr/>
            </p:nvSpPr>
            <p:spPr>
              <a:xfrm>
                <a:off x="6016498" y="3153078"/>
                <a:ext cx="24820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zh-CN" altLang="en-US" sz="32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84292AC2-2504-C04F-C11E-2C7E64417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498" y="3153078"/>
                <a:ext cx="248209" cy="492443"/>
              </a:xfrm>
              <a:prstGeom prst="rect">
                <a:avLst/>
              </a:prstGeom>
              <a:blipFill>
                <a:blip r:embed="rId24"/>
                <a:stretch>
                  <a:fillRect l="-14634" r="-292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7673EA90-6D1E-731D-10BD-37D18B43DDDA}"/>
                  </a:ext>
                </a:extLst>
              </p:cNvPr>
              <p:cNvSpPr txBox="1"/>
              <p:nvPr/>
            </p:nvSpPr>
            <p:spPr>
              <a:xfrm>
                <a:off x="4849119" y="4121025"/>
                <a:ext cx="24820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zh-CN" altLang="en-US" sz="32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7673EA90-6D1E-731D-10BD-37D18B43DD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9119" y="4121025"/>
                <a:ext cx="248209" cy="492443"/>
              </a:xfrm>
              <a:prstGeom prst="rect">
                <a:avLst/>
              </a:prstGeom>
              <a:blipFill>
                <a:blip r:embed="rId25"/>
                <a:stretch>
                  <a:fillRect r="-268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7824B446-1497-56FA-76F5-C181522E4201}"/>
                  </a:ext>
                </a:extLst>
              </p:cNvPr>
              <p:cNvSpPr txBox="1"/>
              <p:nvPr/>
            </p:nvSpPr>
            <p:spPr>
              <a:xfrm>
                <a:off x="7050996" y="3906062"/>
                <a:ext cx="379003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3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zh-CN" altLang="en-US" sz="32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7824B446-1497-56FA-76F5-C181522E4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0996" y="3906062"/>
                <a:ext cx="379003" cy="492443"/>
              </a:xfrm>
              <a:prstGeom prst="rect">
                <a:avLst/>
              </a:prstGeom>
              <a:blipFill>
                <a:blip r:embed="rId26"/>
                <a:stretch>
                  <a:fillRect r="-8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721F52E2-ABB9-460E-2A88-E6F3665D76D2}"/>
                  </a:ext>
                </a:extLst>
              </p:cNvPr>
              <p:cNvSpPr txBox="1"/>
              <p:nvPr/>
            </p:nvSpPr>
            <p:spPr>
              <a:xfrm>
                <a:off x="4799809" y="2338764"/>
                <a:ext cx="24820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zh-CN" altLang="en-US" sz="32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721F52E2-ABB9-460E-2A88-E6F3665D7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9809" y="2338764"/>
                <a:ext cx="248209" cy="492443"/>
              </a:xfrm>
              <a:prstGeom prst="rect">
                <a:avLst/>
              </a:prstGeom>
              <a:blipFill>
                <a:blip r:embed="rId27"/>
                <a:stretch>
                  <a:fillRect r="-585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95175C59-F612-8FE0-F9DA-8A6EBD28FB1D}"/>
                  </a:ext>
                </a:extLst>
              </p:cNvPr>
              <p:cNvSpPr txBox="1"/>
              <p:nvPr/>
            </p:nvSpPr>
            <p:spPr>
              <a:xfrm>
                <a:off x="7121495" y="2178926"/>
                <a:ext cx="24820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zh-CN" altLang="en-US" sz="32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95175C59-F612-8FE0-F9DA-8A6EBD28FB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1495" y="2178926"/>
                <a:ext cx="248209" cy="492443"/>
              </a:xfrm>
              <a:prstGeom prst="rect">
                <a:avLst/>
              </a:prstGeom>
              <a:blipFill>
                <a:blip r:embed="rId28"/>
                <a:stretch>
                  <a:fillRect r="-195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3B1AE3FE-1ABA-FC69-C94F-3712F70FD7CF}"/>
                  </a:ext>
                </a:extLst>
              </p:cNvPr>
              <p:cNvSpPr txBox="1"/>
              <p:nvPr/>
            </p:nvSpPr>
            <p:spPr>
              <a:xfrm>
                <a:off x="6083591" y="964783"/>
                <a:ext cx="24820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zh-CN" altLang="en-US" sz="32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3B1AE3FE-1ABA-FC69-C94F-3712F70FD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3591" y="964783"/>
                <a:ext cx="248209" cy="492443"/>
              </a:xfrm>
              <a:prstGeom prst="rect">
                <a:avLst/>
              </a:prstGeom>
              <a:blipFill>
                <a:blip r:embed="rId29"/>
                <a:stretch>
                  <a:fillRect l="-14634" r="-24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立方体 99">
            <a:extLst>
              <a:ext uri="{FF2B5EF4-FFF2-40B4-BE49-F238E27FC236}">
                <a16:creationId xmlns:a16="http://schemas.microsoft.com/office/drawing/2014/main" id="{7C8EA662-52AD-B19E-7D71-78C337529FA9}"/>
              </a:ext>
            </a:extLst>
          </p:cNvPr>
          <p:cNvSpPr/>
          <p:nvPr/>
        </p:nvSpPr>
        <p:spPr>
          <a:xfrm>
            <a:off x="9143438" y="2011268"/>
            <a:ext cx="1442175" cy="2612986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B3007149-FC85-40B3-F22F-025EA0F386DF}"/>
              </a:ext>
            </a:extLst>
          </p:cNvPr>
          <p:cNvCxnSpPr>
            <a:cxnSpLocks/>
          </p:cNvCxnSpPr>
          <p:nvPr/>
        </p:nvCxnSpPr>
        <p:spPr>
          <a:xfrm>
            <a:off x="9507558" y="2011268"/>
            <a:ext cx="0" cy="225883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B7075BF3-9C93-7284-2389-1D2D854DED72}"/>
              </a:ext>
            </a:extLst>
          </p:cNvPr>
          <p:cNvCxnSpPr>
            <a:cxnSpLocks/>
          </p:cNvCxnSpPr>
          <p:nvPr/>
        </p:nvCxnSpPr>
        <p:spPr>
          <a:xfrm flipV="1">
            <a:off x="9144180" y="4270103"/>
            <a:ext cx="363378" cy="35415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01CA7CC9-9547-76C8-B54F-EB6786A90AD4}"/>
              </a:ext>
            </a:extLst>
          </p:cNvPr>
          <p:cNvCxnSpPr/>
          <p:nvPr/>
        </p:nvCxnSpPr>
        <p:spPr>
          <a:xfrm flipH="1">
            <a:off x="9507558" y="4270103"/>
            <a:ext cx="1078797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C9CC9C55-FF78-C7EB-5A28-CB39A39BE9A8}"/>
              </a:ext>
            </a:extLst>
          </p:cNvPr>
          <p:cNvCxnSpPr>
            <a:cxnSpLocks/>
          </p:cNvCxnSpPr>
          <p:nvPr/>
        </p:nvCxnSpPr>
        <p:spPr>
          <a:xfrm>
            <a:off x="9783667" y="3328534"/>
            <a:ext cx="14097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8AFA08AB-3E3F-67A0-0FE2-1234BD30ABE2}"/>
              </a:ext>
            </a:extLst>
          </p:cNvPr>
          <p:cNvCxnSpPr>
            <a:cxnSpLocks/>
          </p:cNvCxnSpPr>
          <p:nvPr/>
        </p:nvCxnSpPr>
        <p:spPr>
          <a:xfrm flipV="1">
            <a:off x="9783667" y="1956934"/>
            <a:ext cx="0" cy="1371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1E0505F4-6808-3D18-DF73-832A6869E52C}"/>
              </a:ext>
            </a:extLst>
          </p:cNvPr>
          <p:cNvCxnSpPr>
            <a:cxnSpLocks/>
          </p:cNvCxnSpPr>
          <p:nvPr/>
        </p:nvCxnSpPr>
        <p:spPr>
          <a:xfrm flipH="1">
            <a:off x="8838231" y="3328534"/>
            <a:ext cx="945436" cy="9314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B71A98FC-818F-4F5C-0810-F1890F34D06F}"/>
                  </a:ext>
                </a:extLst>
              </p:cNvPr>
              <p:cNvSpPr txBox="1"/>
              <p:nvPr/>
            </p:nvSpPr>
            <p:spPr>
              <a:xfrm>
                <a:off x="11193367" y="3190034"/>
                <a:ext cx="3272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B71A98FC-818F-4F5C-0810-F1890F34D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3367" y="3190034"/>
                <a:ext cx="327269" cy="276999"/>
              </a:xfrm>
              <a:prstGeom prst="rect">
                <a:avLst/>
              </a:prstGeom>
              <a:blipFill>
                <a:blip r:embed="rId30"/>
                <a:stretch>
                  <a:fillRect l="-14815" r="-7407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3C0D9F23-CCF4-8A52-B0F0-C20C445BFB3A}"/>
                  </a:ext>
                </a:extLst>
              </p:cNvPr>
              <p:cNvSpPr txBox="1"/>
              <p:nvPr/>
            </p:nvSpPr>
            <p:spPr>
              <a:xfrm>
                <a:off x="9830964" y="1866550"/>
                <a:ext cx="2234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3C0D9F23-CCF4-8A52-B0F0-C20C445BF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0964" y="1866550"/>
                <a:ext cx="223459" cy="276999"/>
              </a:xfrm>
              <a:prstGeom prst="rect">
                <a:avLst/>
              </a:prstGeom>
              <a:blipFill>
                <a:blip r:embed="rId31"/>
                <a:stretch>
                  <a:fillRect l="-25000" r="-11111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14ACC7E7-7C34-DD21-7F7F-130D9B395211}"/>
                  </a:ext>
                </a:extLst>
              </p:cNvPr>
              <p:cNvSpPr txBox="1"/>
              <p:nvPr/>
            </p:nvSpPr>
            <p:spPr>
              <a:xfrm>
                <a:off x="8662745" y="4121506"/>
                <a:ext cx="3186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14ACC7E7-7C34-DD21-7F7F-130D9B395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2745" y="4121506"/>
                <a:ext cx="318612" cy="276999"/>
              </a:xfrm>
              <a:prstGeom prst="rect">
                <a:avLst/>
              </a:prstGeom>
              <a:blipFill>
                <a:blip r:embed="rId32"/>
                <a:stretch>
                  <a:fillRect l="-15385" r="-769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83B96663-2E95-C74D-1CB5-66F0B03F4EFD}"/>
                  </a:ext>
                </a:extLst>
              </p:cNvPr>
              <p:cNvSpPr txBox="1"/>
              <p:nvPr/>
            </p:nvSpPr>
            <p:spPr>
              <a:xfrm>
                <a:off x="9715690" y="3326916"/>
                <a:ext cx="2441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83B96663-2E95-C74D-1CB5-66F0B03F4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690" y="3326916"/>
                <a:ext cx="244169" cy="276999"/>
              </a:xfrm>
              <a:prstGeom prst="rect">
                <a:avLst/>
              </a:prstGeom>
              <a:blipFill>
                <a:blip r:embed="rId33"/>
                <a:stretch>
                  <a:fillRect l="-22500" r="-10000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DBBE7B4C-7D03-44EA-D740-D33C3E50F327}"/>
                  </a:ext>
                </a:extLst>
              </p:cNvPr>
              <p:cNvSpPr txBox="1"/>
              <p:nvPr/>
            </p:nvSpPr>
            <p:spPr>
              <a:xfrm>
                <a:off x="9838354" y="3645617"/>
                <a:ext cx="1602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DBBE7B4C-7D03-44EA-D740-D33C3E50F3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8354" y="3645617"/>
                <a:ext cx="160237" cy="276999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85DE7756-F9AF-662A-6F26-BDFD68C6501A}"/>
                  </a:ext>
                </a:extLst>
              </p:cNvPr>
              <p:cNvSpPr txBox="1"/>
              <p:nvPr/>
            </p:nvSpPr>
            <p:spPr>
              <a:xfrm>
                <a:off x="8812527" y="3603913"/>
                <a:ext cx="24820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zh-CN" altLang="en-US" sz="32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85DE7756-F9AF-662A-6F26-BDFD68C65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2527" y="3603913"/>
                <a:ext cx="248209" cy="492443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F3D5CB16-5ADF-3D69-8E11-5D2B8DDF419D}"/>
                  </a:ext>
                </a:extLst>
              </p:cNvPr>
              <p:cNvSpPr txBox="1"/>
              <p:nvPr/>
            </p:nvSpPr>
            <p:spPr>
              <a:xfrm>
                <a:off x="10793744" y="3283244"/>
                <a:ext cx="24820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zh-CN" altLang="en-US" sz="32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F3D5CB16-5ADF-3D69-8E11-5D2B8DDF4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3744" y="3283244"/>
                <a:ext cx="248209" cy="492443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A3B69193-5772-4C00-F34E-BB56668CE654}"/>
                  </a:ext>
                </a:extLst>
              </p:cNvPr>
              <p:cNvSpPr txBox="1"/>
              <p:nvPr/>
            </p:nvSpPr>
            <p:spPr>
              <a:xfrm>
                <a:off x="9846103" y="2480323"/>
                <a:ext cx="24820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zh-CN" altLang="en-US" sz="32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A3B69193-5772-4C00-F34E-BB56668CE6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6103" y="2480323"/>
                <a:ext cx="248209" cy="492443"/>
              </a:xfrm>
              <a:prstGeom prst="rect">
                <a:avLst/>
              </a:prstGeom>
              <a:blipFill>
                <a:blip r:embed="rId37"/>
                <a:stretch>
                  <a:fillRect l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文本框 119">
            <a:extLst>
              <a:ext uri="{FF2B5EF4-FFF2-40B4-BE49-F238E27FC236}">
                <a16:creationId xmlns:a16="http://schemas.microsoft.com/office/drawing/2014/main" id="{ABE657BA-EA23-0D34-984B-BD7AF8FBA0E1}"/>
              </a:ext>
            </a:extLst>
          </p:cNvPr>
          <p:cNvSpPr txBox="1"/>
          <p:nvPr/>
        </p:nvSpPr>
        <p:spPr>
          <a:xfrm>
            <a:off x="867912" y="5126648"/>
            <a:ext cx="23070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X-X Long Link</a:t>
            </a:r>
            <a:endParaRPr lang="zh-CN" altLang="en-US" sz="2400" b="1" dirty="0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BBB61703-4EE5-6F96-59A9-7C2FE2C58A40}"/>
              </a:ext>
            </a:extLst>
          </p:cNvPr>
          <p:cNvSpPr txBox="1"/>
          <p:nvPr/>
        </p:nvSpPr>
        <p:spPr>
          <a:xfrm>
            <a:off x="4799809" y="5104426"/>
            <a:ext cx="2188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X-Y Long Link</a:t>
            </a:r>
            <a:endParaRPr lang="zh-CN" altLang="en-US" sz="2400" b="1" dirty="0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39C5B07B-8E23-DAC8-A105-CA9A035764B4}"/>
              </a:ext>
            </a:extLst>
          </p:cNvPr>
          <p:cNvSpPr txBox="1"/>
          <p:nvPr/>
        </p:nvSpPr>
        <p:spPr>
          <a:xfrm>
            <a:off x="8538416" y="5013532"/>
            <a:ext cx="2490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Short Link/Joint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849495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5648A95-A68C-4FDF-8739-AD5935041288}"/>
                  </a:ext>
                </a:extLst>
              </p:cNvPr>
              <p:cNvSpPr txBox="1"/>
              <p:nvPr/>
            </p:nvSpPr>
            <p:spPr>
              <a:xfrm>
                <a:off x="2601028" y="2528785"/>
                <a:ext cx="7489551" cy="18004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𝑐𝑜𝑚</m:t>
                          </m:r>
                        </m:sub>
                      </m:sSub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  <m:t>𝐿𝐿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zh-CN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0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sz="4000" b="0" i="1" smtClean="0">
                                      <a:latin typeface="Cambria Math" panose="02040503050406030204" pitchFamily="18" charset="0"/>
                                    </a:rPr>
                                    <m:t>𝐿𝑆</m:t>
                                  </m:r>
                                </m:sub>
                              </m:sSub>
                            </m:sup>
                            <m:e>
                              <m:sSup>
                                <m:sSupPr>
                                  <m:ctrlPr>
                                    <a:rPr lang="en-US" altLang="zh-CN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4000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e>
                                <m:sup>
                                  <m:r>
                                    <a:rPr lang="en-US" altLang="zh-CN" sz="4000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zh-CN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0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sz="4000" b="0" i="1" smtClean="0">
                                      <a:latin typeface="Cambria Math" panose="02040503050406030204" pitchFamily="18" charset="0"/>
                                    </a:rPr>
                                    <m:t>𝐿𝐿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zh-CN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0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sz="4000" b="0" i="1" smtClean="0">
                                      <a:latin typeface="Cambria Math" panose="02040503050406030204" pitchFamily="18" charset="0"/>
                                    </a:rPr>
                                    <m:t>𝐿𝑆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4000" dirty="0"/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5648A95-A68C-4FDF-8739-AD5935041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1028" y="2528785"/>
                <a:ext cx="7489551" cy="18004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9478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8BBB42C-5EEE-70AE-8BF3-30A5F46FEE37}"/>
                  </a:ext>
                </a:extLst>
              </p:cNvPr>
              <p:cNvSpPr txBox="1"/>
              <p:nvPr/>
            </p:nvSpPr>
            <p:spPr>
              <a:xfrm>
                <a:off x="2880360" y="2202180"/>
                <a:ext cx="6431280" cy="20769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4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4800" b="0" i="1" smtClean="0">
                              <a:latin typeface="Cambria Math" panose="02040503050406030204" pitchFamily="18" charset="0"/>
                            </a:rPr>
                            <m:t>𝑆𝑢𝑚</m:t>
                          </m:r>
                        </m:sub>
                      </m:sSub>
                      <m:r>
                        <a:rPr lang="en-US" altLang="zh-CN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4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4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4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48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trlPr>
                                    <a:rPr lang="en-US" altLang="zh-CN" sz="4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4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4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altLang="zh-CN" sz="4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48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altLang="zh-CN" sz="4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48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altLang="zh-CN" sz="4800" i="1" smtClean="0">
                                      <a:latin typeface="Cambria Math" panose="02040503050406030204" pitchFamily="18" charset="0"/>
                                    </a:rPr>
                                    <m:t>ⅆ</m:t>
                                  </m:r>
                                  <m:r>
                                    <a:rPr lang="en-US" altLang="zh-CN" sz="4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4800" dirty="0"/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8BBB42C-5EEE-70AE-8BF3-30A5F46FE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360" y="2202180"/>
                <a:ext cx="6431280" cy="20769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0879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52</Words>
  <Application>Microsoft Office PowerPoint</Application>
  <PresentationFormat>宽屏</PresentationFormat>
  <Paragraphs>41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Robusr Guo</dc:creator>
  <cp:lastModifiedBy>Robusr Guo</cp:lastModifiedBy>
  <cp:revision>2</cp:revision>
  <dcterms:created xsi:type="dcterms:W3CDTF">2024-07-22T23:15:35Z</dcterms:created>
  <dcterms:modified xsi:type="dcterms:W3CDTF">2024-07-23T04:23:19Z</dcterms:modified>
</cp:coreProperties>
</file>